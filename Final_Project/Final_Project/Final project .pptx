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1EE170-E941-9841-844F-426C86F056FD}" v="2" dt="2024-04-30T20:56:19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7"/>
    <p:restoredTop sz="94694"/>
  </p:normalViewPr>
  <p:slideViewPr>
    <p:cSldViewPr snapToGrid="0">
      <p:cViewPr varScale="1">
        <p:scale>
          <a:sx n="62" d="100"/>
          <a:sy n="62" d="100"/>
        </p:scale>
        <p:origin x="8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B4185-96AC-FB0B-A895-C64996EDF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75E9E-A854-2777-8559-A38330BDD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A14EC-00B5-476E-6C1C-96496DF4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3D557-ECB8-4913-A839-606127979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647FB-FF02-7DB9-7DCD-ECF3CDD3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5AF6-98C3-3092-F6D8-E261B4CB5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B1780-77CE-5D1A-1D51-5FB47F10D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9E1B9-9665-78AB-8E9A-C937A319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5E173-B5F1-CC14-6DC4-9D454DA45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E6E4F-CD7C-CAD9-13A4-5E85F21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E1C8-759F-CD3A-463C-CF121D1C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0AFF5-5B00-5117-35D1-7C64B5AE2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FDA26-453B-E2C3-0014-38B36180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A616F-9A16-13ED-D770-42819C20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C98D5-5A98-5B6A-F751-75230F25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34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9401-687E-F0DD-5FE6-EA7CDF9A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88963-E4A4-D245-75CD-A31D87FD2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89A90-D1F9-8A6E-AE69-BDA9B8596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AC999-C222-FA84-DF15-28C39BCD9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80283-5B82-148E-FB46-1BF7CE8C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150E3-5F89-FE77-9763-7BC6D109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81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DFD98-4E65-74A6-998D-8D796A25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A7A1B-1D6C-2915-0119-39086F03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C2897-2815-8473-65AD-75CCECC3B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61D8F-2381-2B3E-EA5D-04F44E3CD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25E45-AB16-2A1A-5290-001EAD386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79AA82-2BD5-5738-F8DC-23B80006D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A58F4-679D-10BE-726D-F4084ABB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3F9C0-89E6-8B9B-5C02-04A25782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2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D4C1-F737-25EB-1C8E-C6CDBB25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D986C-7AE8-F544-DB3B-68044415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0BB10-8A51-0924-A8AA-8BF5D65F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5BA6C-4F4F-695C-C974-C2F22976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3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51330-E6EB-112C-4C1C-6CF07DE3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34FEE-7811-E537-E628-0DDBC34B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E0FED-BB7A-D5B3-225C-9C860B430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0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F3DB-7414-D545-D163-DF1BDD69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852B9-BDC4-5B4F-E7EB-DCD5C1098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B30A4-708A-021B-D8D1-DB4581B4D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32585-5C2B-EF8E-525B-00661F20B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5986E-E3EC-DD9F-6A93-572AAA50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AEE6F-DAF2-338D-4195-7F8E0C51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85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03FC-83E3-C65A-AB9E-70CC658E9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D17B26-E768-EF5D-889A-FB1E5EC16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D7536-88E8-A3CD-624A-B0067A38C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881F0-6F63-1882-C1A7-C779EBB43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EDBBA-162D-1723-97F6-4D722034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54A88-C0EC-E1F8-B8AF-5CD5EE85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5A28-BAA3-8CDB-F59E-C49659BCD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5B166-680E-0DE3-5C0B-D5FA988B6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B852D-5B5E-2DD1-7EBF-ABC20A33A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5CD04-EF3F-18F7-B8FB-6CA1AC67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7810-8347-4D8B-0E57-AF743613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09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95129-E757-0DF7-AE10-B1404FF01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870BF4-05D2-4953-8006-32DBDB88E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DE3F5-D722-2C48-12AB-85B0970D5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2005-B486-378E-2113-F11CD745D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5220A-E19C-D47C-67C4-30162AAB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01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A7438F-A83E-8AE7-AC05-72FC2C47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28517-3E0E-700F-973B-53B47EB60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4685A-34ED-C979-D46E-12CEE6ED6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56BCA-DC11-264F-8077-0D778ADF8A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F90C6-7484-4095-E0CE-B4945EA3D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5F56F-7D32-6D96-6E45-3D7377A0D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54E10-311D-4448-93C0-3A0FB1931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99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Picture 45" descr="Digital financial graph">
            <a:extLst>
              <a:ext uri="{FF2B5EF4-FFF2-40B4-BE49-F238E27FC236}">
                <a16:creationId xmlns:a16="http://schemas.microsoft.com/office/drawing/2014/main" id="{3C118558-1A7A-AC98-B404-B2E089C93B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637904-F63C-21DA-C2AD-E6FDE2F7B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en-US" sz="7600" b="0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Engineering Placements Analysis Through Data Visualization</a:t>
            </a:r>
            <a:endParaRPr lang="en-US" sz="7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F86E6-60DD-4063-DD24-F41A9E6FF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>
            <a:norm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900" b="1" kern="1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                                                                    By Group-9</a:t>
            </a:r>
            <a:endParaRPr lang="en-US" sz="1900" kern="100" dirty="0">
              <a:solidFill>
                <a:srgbClr val="FFFFFF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900" b="1" kern="1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                                                                    Syed Zeeshan Ahsan -02208117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900" b="1" kern="100" dirty="0">
                <a:solidFill>
                  <a:srgbClr val="FFFFFF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                                                                    Fawaz Mokthar- 02188727</a:t>
            </a:r>
            <a:br>
              <a:rPr lang="en-US" sz="1900" b="1" kern="1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1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00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Graph on document with pen">
            <a:extLst>
              <a:ext uri="{FF2B5EF4-FFF2-40B4-BE49-F238E27FC236}">
                <a16:creationId xmlns:a16="http://schemas.microsoft.com/office/drawing/2014/main" id="{0DCE297E-49AC-371E-1BF7-0CB50D7D43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350" b="1438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A05E69-EEEB-EFC1-56B5-33EECDB00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C5E94-4AE0-60DE-7F8B-380599841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 understanding factors influencing engineering placements using data from a University's On-Campus Placement Records for 2013 and 2014.</a:t>
            </a:r>
          </a:p>
          <a:p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dataset, sourced from Kaggle, includes features such as age, gender, stream, internships, CGPA, hostel accommodation, and placement status.</a:t>
            </a:r>
          </a:p>
          <a:p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include providing insights for students, universities, and recruiters to aid in career planning, program enhancement, and optimizing hiring processes.</a:t>
            </a:r>
          </a:p>
          <a:p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techniques like bar charts, area charts, and gauge charts will be used to visually represent key factors impacting placement outcomes.</a:t>
            </a:r>
          </a:p>
          <a:p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772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416D3C50-6F35-E5E8-A4DF-9352C28C1C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350" b="1438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D02940-A84B-DB0D-2E55-2742D0A21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br>
              <a:rPr lang="en-US" sz="4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What </a:t>
            </a:r>
          </a:p>
        </p:txBody>
      </p:sp>
      <p:sp>
        <p:nvSpPr>
          <p:cNvPr id="33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293F6-2A04-5DD6-71A8-25748BB78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records from a University's On-Campus Placement for the years 2013 and 2014.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includes information on students' age, gender, academic stream, number of internships, CGPA, hostel accommodation status, and academic history (backlogs).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aims to understand how these factors influence placement outcomes.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examining these factors, we can identify trends and patterns that may help improve placement success rates.</a:t>
            </a:r>
          </a:p>
          <a:p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24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Many question marks on black background">
            <a:extLst>
              <a:ext uri="{FF2B5EF4-FFF2-40B4-BE49-F238E27FC236}">
                <a16:creationId xmlns:a16="http://schemas.microsoft.com/office/drawing/2014/main" id="{F58BAE8F-9CB1-514A-D34B-223B826143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7787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2F815A-1E3C-6C06-ECC9-F381BB2F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-Why</a:t>
            </a:r>
          </a:p>
        </p:txBody>
      </p:sp>
      <p:sp>
        <p:nvSpPr>
          <p:cNvPr id="62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C3861-2AC1-E778-8A29-D03F33468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understand the key factors that contribute to successful placements.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universities to tailor their programs to better align with industry needs.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recruiters to target their efforts more effectively based on historical data.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Ultimately aims to improve placement success rates and outcomes for all parties involved.</a:t>
            </a:r>
          </a:p>
          <a:p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546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Financial graphs on a dark display">
            <a:extLst>
              <a:ext uri="{FF2B5EF4-FFF2-40B4-BE49-F238E27FC236}">
                <a16:creationId xmlns:a16="http://schemas.microsoft.com/office/drawing/2014/main" id="{998E0DF0-CE66-A6A0-F654-27F0AC546E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4999" b="500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24AABA-9877-5218-7952-6057281B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chemeClr val="bg1"/>
                </a:solidFill>
              </a:rPr>
              <a:t>-</a:t>
            </a:r>
            <a:r>
              <a:rPr lang="en-US" sz="4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</a:p>
        </p:txBody>
      </p:sp>
      <p:sp>
        <p:nvSpPr>
          <p:cNvPr id="32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18ABA-74A9-E3DB-B2FF-C2BAE6E48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bar charts to compare placement status across different engineering streams.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 area charts to visualize the trend of internships completed by students and their corresponding placement outcomes.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 gauge charts to present the overall placement percentage, providing a quick snapshot of placement success rates.</a:t>
            </a:r>
          </a:p>
          <a:p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02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A6FB25-9A12-0CF3-257E-C4427F464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7EEBC4-623F-B841-6CF7-904BA62B7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4403519" cy="3410712"/>
          </a:xfrm>
        </p:spPr>
        <p:txBody>
          <a:bodyPr anchor="t"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Illustrates placement status (Placed or Not Placed) for each engineering stream.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insights into placement success rates for each stream.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potential areas for improvement in placement outcomes for different streams.</a:t>
            </a:r>
          </a:p>
          <a:p>
            <a:endParaRPr lang="en-US" sz="2000" dirty="0"/>
          </a:p>
        </p:txBody>
      </p:sp>
      <p:pic>
        <p:nvPicPr>
          <p:cNvPr id="5" name="Content Placeholder 4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BFC68D3E-317C-6CEE-322C-A65D51CB3F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244"/>
          <a:stretch/>
        </p:blipFill>
        <p:spPr>
          <a:xfrm>
            <a:off x="5308786" y="640080"/>
            <a:ext cx="559473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722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38CF6-86B5-3292-D863-86E00C1B5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chart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321F0-20E6-67D7-2E6D-2675A9C3241A}"/>
              </a:ext>
            </a:extLst>
          </p:cNvPr>
          <p:cNvSpPr txBox="1"/>
          <p:nvPr/>
        </p:nvSpPr>
        <p:spPr>
          <a:xfrm>
            <a:off x="630936" y="2807208"/>
            <a:ext cx="4235354" cy="34112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trend of internships completed by students for each engineering stream.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corresponding placement outcomes (Placed or Not Placed) for students with different numbers of internships.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if students with more internships have higher placement rates and how this varies across engineering streams.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5" name="Content Placeholder 4" descr="A graph showing a curve&#10;&#10;Description automatically generated with medium confidence">
            <a:extLst>
              <a:ext uri="{FF2B5EF4-FFF2-40B4-BE49-F238E27FC236}">
                <a16:creationId xmlns:a16="http://schemas.microsoft.com/office/drawing/2014/main" id="{279A6083-7DE1-388D-5355-2BF1CD710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3890" y="1436764"/>
            <a:ext cx="6614126" cy="377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031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078BE-2757-7BB0-17DE-C36937FA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Gauge Chart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9BFD-2653-EADF-3712-01E38289D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the overall placement percentage of students across all engineering streams.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quick snapshot of the placement success rate for the dataset.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high-level overview of the placement outcomes, indicating the overall success rate.</a:t>
            </a:r>
          </a:p>
          <a:p>
            <a:endParaRPr lang="en-US" sz="2200" dirty="0"/>
          </a:p>
        </p:txBody>
      </p:sp>
      <p:pic>
        <p:nvPicPr>
          <p:cNvPr id="5" name="Picture 4" descr="A green and white meter with red dot&#10;&#10;Description automatically generated">
            <a:extLst>
              <a:ext uri="{FF2B5EF4-FFF2-40B4-BE49-F238E27FC236}">
                <a16:creationId xmlns:a16="http://schemas.microsoft.com/office/drawing/2014/main" id="{A7479EFE-0951-1AC0-BCA3-D243935A4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190824"/>
            <a:ext cx="5458968" cy="447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41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AA493-26A8-724D-77FB-99B78C8CE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035675"/>
          </a:xfrm>
        </p:spPr>
        <p:txBody>
          <a:bodyPr anchor="b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6344B-22E6-C362-223F-2D230E4DB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084347"/>
            <a:ext cx="4597746" cy="3896961"/>
          </a:xfrm>
        </p:spPr>
        <p:txBody>
          <a:bodyPr anchor="t">
            <a:norm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includes a bar chart illustrating the placement status (Placed or Not Placed) across different engineering streams.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features an area chart displaying the trend of internships completed by students and their corresponding placement outcomes for each engineering stream.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the dashboard includes a gauge chart presenting the overall placement percentage of students across all streams.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these charts provides a comprehensive overview of the placement outcomes, allowing for easy comparison and analysis across different factors and streams.</a:t>
            </a:r>
          </a:p>
          <a:p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816E7D-92D6-F920-2C91-6CB05AB3F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12" y="1861287"/>
            <a:ext cx="5865340" cy="3896961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2718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4C8EAD2A-BABC-9F45-58AB-DDB1A8F4F8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CFADAE-56EF-F82C-F4FE-2EA9163EC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0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6DDC3-3654-0EAB-0740-BC8FA4F23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and visualization techniques are crucial for understanding placement trends and assisting stakeholders in decision-making.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provides a foundation for further exploration and model development to enhance placement prediction accuracy.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improvements include comparing with other visualization techniques like scatter plots or heatmaps, adding interactive features, and developing predictive models.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Comparing bar charts with scatter plots, area charts with heatmaps, and gauge charts with pie charts can provide insights into their effectiveness for different aspects of placement data analysis.</a:t>
            </a:r>
          </a:p>
          <a:p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688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4433D9-0076-B304-0FC0-C3F2A38F9203}"/>
              </a:ext>
            </a:extLst>
          </p:cNvPr>
          <p:cNvSpPr txBox="1"/>
          <p:nvPr/>
        </p:nvSpPr>
        <p:spPr>
          <a:xfrm>
            <a:off x="6590662" y="4267832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TOU</a:t>
            </a:r>
          </a:p>
        </p:txBody>
      </p:sp>
      <p:pic>
        <p:nvPicPr>
          <p:cNvPr id="20" name="Graphic 19" descr="Smiling Face with No Fill">
            <a:extLst>
              <a:ext uri="{FF2B5EF4-FFF2-40B4-BE49-F238E27FC236}">
                <a16:creationId xmlns:a16="http://schemas.microsoft.com/office/drawing/2014/main" id="{87A9D8FD-0409-4FD8-B577-ACA9F1830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2628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2900</TotalTime>
  <Words>624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Office Theme</vt:lpstr>
      <vt:lpstr>Engineering Placements Analysis Through Data Visualization</vt:lpstr>
      <vt:lpstr>Introduction</vt:lpstr>
      <vt:lpstr>Task  - What </vt:lpstr>
      <vt:lpstr> -Why</vt:lpstr>
      <vt:lpstr>-How</vt:lpstr>
      <vt:lpstr>Bar Chart </vt:lpstr>
      <vt:lpstr>Area chart</vt:lpstr>
      <vt:lpstr>Gauge Chart</vt:lpstr>
      <vt:lpstr>Dashboard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Placements Analysis Through Data Visualization</dc:title>
  <dc:creator>Mokshitha Sidde</dc:creator>
  <cp:lastModifiedBy>SyedZeeshan Ahsan</cp:lastModifiedBy>
  <cp:revision>6</cp:revision>
  <dcterms:created xsi:type="dcterms:W3CDTF">2024-04-30T19:18:10Z</dcterms:created>
  <dcterms:modified xsi:type="dcterms:W3CDTF">2025-12-08T15:11:58Z</dcterms:modified>
</cp:coreProperties>
</file>